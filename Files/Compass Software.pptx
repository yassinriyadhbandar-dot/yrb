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5"/>
  </p:notesMasterIdLst>
  <p:sldIdLst>
    <p:sldId id="256" r:id="rId5"/>
    <p:sldId id="276" r:id="rId6"/>
    <p:sldId id="257" r:id="rId7"/>
    <p:sldId id="293" r:id="rId8"/>
    <p:sldId id="259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92" r:id="rId23"/>
    <p:sldId id="27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718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6" d="100"/>
        <a:sy n="12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4/22/2022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1122363"/>
            <a:ext cx="7096933" cy="238760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9500507" cy="806675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02465C8-266D-104C-9C49-323DF4A8277E}"/>
              </a:ext>
            </a:extLst>
          </p:cNvPr>
          <p:cNvSpPr/>
          <p:nvPr userDrawn="1"/>
        </p:nvSpPr>
        <p:spPr>
          <a:xfrm>
            <a:off x="583746" y="4960030"/>
            <a:ext cx="1551214" cy="1551214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7979A1C-BF60-B345-A664-2E4F7A3461EB}"/>
              </a:ext>
            </a:extLst>
          </p:cNvPr>
          <p:cNvSpPr/>
          <p:nvPr userDrawn="1"/>
        </p:nvSpPr>
        <p:spPr>
          <a:xfrm>
            <a:off x="1" y="4571999"/>
            <a:ext cx="1118508" cy="111850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58080B3E-915C-2D4C-8608-596E1BFD6387}"/>
              </a:ext>
            </a:extLst>
          </p:cNvPr>
          <p:cNvSpPr/>
          <p:nvPr userDrawn="1"/>
        </p:nvSpPr>
        <p:spPr>
          <a:xfrm>
            <a:off x="1" y="5739492"/>
            <a:ext cx="1118508" cy="111850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15FBB50-09C8-B64E-AE57-67C5E70810CB}"/>
              </a:ext>
            </a:extLst>
          </p:cNvPr>
          <p:cNvGrpSpPr/>
          <p:nvPr userDrawn="1"/>
        </p:nvGrpSpPr>
        <p:grpSpPr>
          <a:xfrm>
            <a:off x="8264427" y="-3419"/>
            <a:ext cx="3927573" cy="3165022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2" name="Freeform 21">
            <a:extLst>
              <a:ext uri="{FF2B5EF4-FFF2-40B4-BE49-F238E27FC236}">
                <a16:creationId xmlns:a16="http://schemas.microsoft.com/office/drawing/2014/main" id="{BC68F289-2744-2F48-893A-3F17911625C8}"/>
              </a:ext>
            </a:extLst>
          </p:cNvPr>
          <p:cNvSpPr/>
          <p:nvPr userDrawn="1"/>
        </p:nvSpPr>
        <p:spPr>
          <a:xfrm>
            <a:off x="0" y="-1"/>
            <a:ext cx="1167493" cy="1167493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9E240E8A-950E-7946-826C-415CB5DACA43}"/>
              </a:ext>
            </a:extLst>
          </p:cNvPr>
          <p:cNvSpPr/>
          <p:nvPr userDrawn="1"/>
        </p:nvSpPr>
        <p:spPr>
          <a:xfrm>
            <a:off x="11024507" y="4580708"/>
            <a:ext cx="1167493" cy="2277292"/>
          </a:xfrm>
          <a:custGeom>
            <a:avLst/>
            <a:gdLst>
              <a:gd name="connsiteX0" fmla="*/ 1167473 w 1167493"/>
              <a:gd name="connsiteY0" fmla="*/ 0 h 2272167"/>
              <a:gd name="connsiteX1" fmla="*/ 1167493 w 1167493"/>
              <a:gd name="connsiteY1" fmla="*/ 0 h 2272167"/>
              <a:gd name="connsiteX2" fmla="*/ 1167493 w 1167493"/>
              <a:gd name="connsiteY2" fmla="*/ 492960 h 2272167"/>
              <a:gd name="connsiteX3" fmla="*/ 1167493 w 1167493"/>
              <a:gd name="connsiteY3" fmla="*/ 720385 h 2272167"/>
              <a:gd name="connsiteX4" fmla="*/ 1167493 w 1167493"/>
              <a:gd name="connsiteY4" fmla="*/ 2272167 h 2272167"/>
              <a:gd name="connsiteX5" fmla="*/ 0 w 1167493"/>
              <a:gd name="connsiteY5" fmla="*/ 2272167 h 2272167"/>
              <a:gd name="connsiteX6" fmla="*/ 0 w 1167493"/>
              <a:gd name="connsiteY6" fmla="*/ 1898074 h 2272167"/>
              <a:gd name="connsiteX7" fmla="*/ 0 w 1167493"/>
              <a:gd name="connsiteY7" fmla="*/ 1271597 h 2272167"/>
              <a:gd name="connsiteX8" fmla="*/ 0 w 1167493"/>
              <a:gd name="connsiteY8" fmla="*/ 1177688 h 2272167"/>
              <a:gd name="connsiteX9" fmla="*/ 1048124 w 1167493"/>
              <a:gd name="connsiteY9" fmla="*/ 6080 h 2272167"/>
              <a:gd name="connsiteX10" fmla="*/ 1167473 w 1167493"/>
              <a:gd name="connsiteY10" fmla="*/ 0 h 2272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67493" h="2272167">
                <a:moveTo>
                  <a:pt x="1167473" y="0"/>
                </a:moveTo>
                <a:lnTo>
                  <a:pt x="1167493" y="0"/>
                </a:lnTo>
                <a:lnTo>
                  <a:pt x="1167493" y="492960"/>
                </a:lnTo>
                <a:lnTo>
                  <a:pt x="1167493" y="720385"/>
                </a:lnTo>
                <a:lnTo>
                  <a:pt x="1167493" y="2272167"/>
                </a:lnTo>
                <a:lnTo>
                  <a:pt x="0" y="2272167"/>
                </a:lnTo>
                <a:lnTo>
                  <a:pt x="0" y="1898074"/>
                </a:lnTo>
                <a:lnTo>
                  <a:pt x="0" y="1271597"/>
                </a:lnTo>
                <a:lnTo>
                  <a:pt x="0" y="1177688"/>
                </a:lnTo>
                <a:cubicBezTo>
                  <a:pt x="0" y="567919"/>
                  <a:pt x="459408" y="66389"/>
                  <a:pt x="1048124" y="6080"/>
                </a:cubicBezTo>
                <a:lnTo>
                  <a:pt x="1167473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DD9C8446-696E-6942-B6C8-CC9CAD0B34E0}" type="datetime1">
              <a:rPr lang="en-US" smtClean="0"/>
              <a:pPr/>
              <a:t>4/22/2022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62587F-7496-384A-AF40-18FC8CF0709D}"/>
              </a:ext>
            </a:extLst>
          </p:cNvPr>
          <p:cNvSpPr/>
          <p:nvPr userDrawn="1"/>
        </p:nvSpPr>
        <p:spPr>
          <a:xfrm>
            <a:off x="0" y="2286002"/>
            <a:ext cx="1220882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4DB028B-A475-224B-B675-A15A56CAD0BF}"/>
              </a:ext>
            </a:extLst>
          </p:cNvPr>
          <p:cNvSpPr/>
          <p:nvPr userDrawn="1"/>
        </p:nvSpPr>
        <p:spPr>
          <a:xfrm flipH="1">
            <a:off x="8597718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61C34955-105B-4D4D-B51D-754C5D38A85D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2734DEB1-EC02-2E42-9292-4ADD115060A5}"/>
              </a:ext>
            </a:extLst>
          </p:cNvPr>
          <p:cNvSpPr/>
          <p:nvPr userDrawn="1"/>
        </p:nvSpPr>
        <p:spPr>
          <a:xfrm rot="5400000" flipH="1" flipV="1">
            <a:off x="10344100" y="438098"/>
            <a:ext cx="2285999" cy="1409801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7492" y="2653167"/>
            <a:ext cx="9779183" cy="3436483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fld id="{F5592931-05C6-8543-8B6E-A8BD29BD5C2B}" type="datetime1">
              <a:rPr lang="en-US" smtClean="0"/>
              <a:pPr/>
              <a:t>4/22/2022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22">
            <a:extLst>
              <a:ext uri="{FF2B5EF4-FFF2-40B4-BE49-F238E27FC236}">
                <a16:creationId xmlns:a16="http://schemas.microsoft.com/office/drawing/2014/main" id="{067EACEC-C2DD-EA42-8504-176673AD1F20}"/>
              </a:ext>
            </a:extLst>
          </p:cNvPr>
          <p:cNvSpPr/>
          <p:nvPr userDrawn="1"/>
        </p:nvSpPr>
        <p:spPr>
          <a:xfrm>
            <a:off x="0" y="0"/>
            <a:ext cx="8025490" cy="6858000"/>
          </a:xfrm>
          <a:custGeom>
            <a:avLst/>
            <a:gdLst>
              <a:gd name="connsiteX0" fmla="*/ 0 w 8025490"/>
              <a:gd name="connsiteY0" fmla="*/ 0 h 6858000"/>
              <a:gd name="connsiteX1" fmla="*/ 4596490 w 8025490"/>
              <a:gd name="connsiteY1" fmla="*/ 0 h 6858000"/>
              <a:gd name="connsiteX2" fmla="*/ 8025490 w 8025490"/>
              <a:gd name="connsiteY2" fmla="*/ 3429000 h 6858000"/>
              <a:gd name="connsiteX3" fmla="*/ 4596490 w 8025490"/>
              <a:gd name="connsiteY3" fmla="*/ 6858000 h 6858000"/>
              <a:gd name="connsiteX4" fmla="*/ 0 w 802549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25490" h="6858000">
                <a:moveTo>
                  <a:pt x="0" y="0"/>
                </a:moveTo>
                <a:lnTo>
                  <a:pt x="4596490" y="0"/>
                </a:lnTo>
                <a:cubicBezTo>
                  <a:pt x="6490274" y="0"/>
                  <a:pt x="8025490" y="1535216"/>
                  <a:pt x="8025490" y="3429000"/>
                </a:cubicBezTo>
                <a:cubicBezTo>
                  <a:pt x="8025490" y="5322784"/>
                  <a:pt x="6490274" y="6858000"/>
                  <a:pt x="4596490" y="6858000"/>
                </a:cubicBez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059400"/>
            <a:ext cx="6245912" cy="2387600"/>
          </a:xfrm>
        </p:spPr>
        <p:txBody>
          <a:bodyPr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4" y="3539075"/>
            <a:ext cx="6245912" cy="1406101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9843C7E-5704-7A46-8974-F3BFA42E7310}"/>
              </a:ext>
            </a:extLst>
          </p:cNvPr>
          <p:cNvGrpSpPr/>
          <p:nvPr userDrawn="1"/>
        </p:nvGrpSpPr>
        <p:grpSpPr>
          <a:xfrm rot="16200000">
            <a:off x="8286528" y="2207195"/>
            <a:ext cx="3032351" cy="2443610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7" name="Freeform 16">
            <a:extLst>
              <a:ext uri="{FF2B5EF4-FFF2-40B4-BE49-F238E27FC236}">
                <a16:creationId xmlns:a16="http://schemas.microsoft.com/office/drawing/2014/main" id="{0B179973-08D2-EF40-B516-35E75E906394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C811FF3-E48A-194D-8022-65F8C3A17449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1"/>
            <a:ext cx="9779182" cy="336681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rot="5400000" flipH="1">
            <a:off x="1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7E7AB22C-8B7E-9B4A-8C65-396C3C874D86}" type="datetime1">
              <a:rPr lang="en-US" smtClean="0"/>
              <a:pPr/>
              <a:t>4/22/2022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81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3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8CE9AC2A-20AD-8C48-B5EB-B5322BDBCDEE}" type="datetime1">
              <a:rPr lang="en-US" smtClean="0"/>
              <a:pPr/>
              <a:t>4/22/2022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721" y="1684338"/>
            <a:ext cx="8594558" cy="2810460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4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C91C146-F9A8-9A4C-9508-8590923B8D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519405"/>
            <a:ext cx="1364297" cy="1094521"/>
          </a:xfrm>
        </p:spPr>
        <p:txBody>
          <a:bodyPr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Tenorite" pitchFamily="2" charset="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22D6C2B-78AC-DD47-9289-067C968B06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81813" y="4494213"/>
            <a:ext cx="3511550" cy="679450"/>
          </a:xfrm>
        </p:spPr>
        <p:txBody>
          <a:bodyPr>
            <a:no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57200" indent="0" algn="r">
              <a:buNone/>
              <a:defRPr sz="1800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 algn="r">
              <a:buNone/>
              <a:defRPr sz="1600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612193CD-03AD-D74D-A5CD-747A9B53F4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609104" y="3399692"/>
            <a:ext cx="1364297" cy="1094521"/>
          </a:xfrm>
        </p:spPr>
        <p:txBody>
          <a:bodyPr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Tenorite" pitchFamily="2" charset="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/>
            <a:r>
              <a:rPr lang="en-US" dirty="0"/>
              <a:t>”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fld id="{4CF75428-5BE0-934D-BB71-675F8E23A386}" type="datetime1">
              <a:rPr lang="en-US" smtClean="0"/>
              <a:pPr/>
              <a:t>4/22/2022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8C225EC-F6EF-1144-834A-F0B91974AA41}"/>
              </a:ext>
            </a:extLst>
          </p:cNvPr>
          <p:cNvSpPr/>
          <p:nvPr userDrawn="1"/>
        </p:nvSpPr>
        <p:spPr>
          <a:xfrm>
            <a:off x="0" y="-1664"/>
            <a:ext cx="9857012" cy="68596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E40CEAF-B1BB-174E-A798-3BA60D9C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30" y="381000"/>
            <a:ext cx="8401624" cy="1325563"/>
          </a:xfrm>
        </p:spPr>
        <p:txBody>
          <a:bodyPr lIns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0429" y="2227758"/>
            <a:ext cx="1200374" cy="1201242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28">
            <a:extLst>
              <a:ext uri="{FF2B5EF4-FFF2-40B4-BE49-F238E27FC236}">
                <a16:creationId xmlns:a16="http://schemas.microsoft.com/office/drawing/2014/main" id="{CC3A7E03-4F06-4380-90A1-845651EEA3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23351" y="2426400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23350" y="2811646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9ABA5222-6FD6-405B-8AC8-18022C36590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495813" y="2227758"/>
            <a:ext cx="1200374" cy="1201242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28">
            <a:extLst>
              <a:ext uri="{FF2B5EF4-FFF2-40B4-BE49-F238E27FC236}">
                <a16:creationId xmlns:a16="http://schemas.microsoft.com/office/drawing/2014/main" id="{A1A33FCF-D2EB-478E-8679-428657895F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70817" y="2422565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3" name="Text Placeholder 28">
            <a:extLst>
              <a:ext uri="{FF2B5EF4-FFF2-40B4-BE49-F238E27FC236}">
                <a16:creationId xmlns:a16="http://schemas.microsoft.com/office/drawing/2014/main" id="{55274EF8-F641-41B2-89C1-FD94AFA486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70816" y="2807811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124DE785-775F-4AE4-94B3-FA728188EB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429" y="4254273"/>
            <a:ext cx="1200374" cy="1201242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5A429D4E-B795-4E55-852E-9E161F9EBD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23351" y="4498793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28">
            <a:extLst>
              <a:ext uri="{FF2B5EF4-FFF2-40B4-BE49-F238E27FC236}">
                <a16:creationId xmlns:a16="http://schemas.microsoft.com/office/drawing/2014/main" id="{41D297CB-52EE-4DE4-AEAC-CD4AAF2BF1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23350" y="4884039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9" name="Picture Placeholder 23">
            <a:extLst>
              <a:ext uri="{FF2B5EF4-FFF2-40B4-BE49-F238E27FC236}">
                <a16:creationId xmlns:a16="http://schemas.microsoft.com/office/drawing/2014/main" id="{F5694B35-7776-4DB9-9EB7-3AF076EC35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95813" y="4254273"/>
            <a:ext cx="1200374" cy="1201242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AD7B736B-3A10-499F-8F23-4437982C82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70817" y="4498793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07165540-290D-4A38-87DE-F52B05BD6A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70816" y="4884039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356350"/>
            <a:ext cx="156980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9A85C5CA-AE29-AB4C-8F85-0373C72001D8}" type="datetime1">
              <a:rPr lang="en-US" smtClean="0"/>
              <a:pPr/>
              <a:t>4/22/2022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71106" y="6356350"/>
            <a:ext cx="4114800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32334" y="6356350"/>
            <a:ext cx="1167495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AAB3BC7E-B34F-EF47-B125-1574C5484E22}"/>
              </a:ext>
            </a:extLst>
          </p:cNvPr>
          <p:cNvSpPr/>
          <p:nvPr userDrawn="1"/>
        </p:nvSpPr>
        <p:spPr>
          <a:xfrm rot="16200000" flipV="1">
            <a:off x="9499940" y="355410"/>
            <a:ext cx="1881641" cy="1167493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7CBC82D0-4F72-C649-8B7F-D4B087957B6C}"/>
              </a:ext>
            </a:extLst>
          </p:cNvPr>
          <p:cNvSpPr/>
          <p:nvPr userDrawn="1"/>
        </p:nvSpPr>
        <p:spPr>
          <a:xfrm flipH="1">
            <a:off x="10866436" y="1879977"/>
            <a:ext cx="1325563" cy="1325563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9383F23A-D872-2A4C-B386-A9D269BE694D}"/>
              </a:ext>
            </a:extLst>
          </p:cNvPr>
          <p:cNvSpPr/>
          <p:nvPr userDrawn="1"/>
        </p:nvSpPr>
        <p:spPr>
          <a:xfrm>
            <a:off x="11024507" y="-1664"/>
            <a:ext cx="1167494" cy="1881641"/>
          </a:xfrm>
          <a:custGeom>
            <a:avLst/>
            <a:gdLst>
              <a:gd name="connsiteX0" fmla="*/ 1167473 w 1167494"/>
              <a:gd name="connsiteY0" fmla="*/ 0 h 1881641"/>
              <a:gd name="connsiteX1" fmla="*/ 1167493 w 1167494"/>
              <a:gd name="connsiteY1" fmla="*/ 0 h 1881641"/>
              <a:gd name="connsiteX2" fmla="*/ 1167493 w 1167494"/>
              <a:gd name="connsiteY2" fmla="*/ 714148 h 1881641"/>
              <a:gd name="connsiteX3" fmla="*/ 1166666 w 1167494"/>
              <a:gd name="connsiteY3" fmla="*/ 730534 h 1881641"/>
              <a:gd name="connsiteX4" fmla="*/ 1167494 w 1167494"/>
              <a:gd name="connsiteY4" fmla="*/ 730534 h 1881641"/>
              <a:gd name="connsiteX5" fmla="*/ 1167494 w 1167494"/>
              <a:gd name="connsiteY5" fmla="*/ 1378059 h 1881641"/>
              <a:gd name="connsiteX6" fmla="*/ 1167493 w 1167494"/>
              <a:gd name="connsiteY6" fmla="*/ 1378059 h 1881641"/>
              <a:gd name="connsiteX7" fmla="*/ 1167493 w 1167494"/>
              <a:gd name="connsiteY7" fmla="*/ 1881641 h 1881641"/>
              <a:gd name="connsiteX8" fmla="*/ 0 w 1167494"/>
              <a:gd name="connsiteY8" fmla="*/ 1881641 h 1881641"/>
              <a:gd name="connsiteX9" fmla="*/ 0 w 1167494"/>
              <a:gd name="connsiteY9" fmla="*/ 1234116 h 1881641"/>
              <a:gd name="connsiteX10" fmla="*/ 0 w 1167494"/>
              <a:gd name="connsiteY10" fmla="*/ 1167492 h 1881641"/>
              <a:gd name="connsiteX11" fmla="*/ 1048124 w 1167494"/>
              <a:gd name="connsiteY11" fmla="*/ 6027 h 188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7494" h="1881641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221FFDB-AAE2-5943-97A1-82D66AE05DB4}"/>
              </a:ext>
            </a:extLst>
          </p:cNvPr>
          <p:cNvSpPr/>
          <p:nvPr userDrawn="1"/>
        </p:nvSpPr>
        <p:spPr>
          <a:xfrm>
            <a:off x="10334091" y="2737752"/>
            <a:ext cx="1380830" cy="138083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2E58EEF7-63CA-A845-BAC4-9D3BE05918B5}"/>
              </a:ext>
            </a:extLst>
          </p:cNvPr>
          <p:cNvSpPr/>
          <p:nvPr userDrawn="1"/>
        </p:nvSpPr>
        <p:spPr>
          <a:xfrm rot="16200000" flipH="1">
            <a:off x="10667432" y="5333432"/>
            <a:ext cx="1881641" cy="1167493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757A4624-D8ED-2E4B-AF8C-00DFA6A72D5F}"/>
              </a:ext>
            </a:extLst>
          </p:cNvPr>
          <p:cNvSpPr/>
          <p:nvPr userDrawn="1"/>
        </p:nvSpPr>
        <p:spPr>
          <a:xfrm flipV="1">
            <a:off x="9857012" y="3651505"/>
            <a:ext cx="1325563" cy="1325563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DF312EF8-91BE-5946-BE31-8CFE107A2FEA}"/>
              </a:ext>
            </a:extLst>
          </p:cNvPr>
          <p:cNvSpPr/>
          <p:nvPr userDrawn="1"/>
        </p:nvSpPr>
        <p:spPr>
          <a:xfrm flipH="1" flipV="1">
            <a:off x="9857013" y="4976359"/>
            <a:ext cx="1167494" cy="1881641"/>
          </a:xfrm>
          <a:custGeom>
            <a:avLst/>
            <a:gdLst>
              <a:gd name="connsiteX0" fmla="*/ 1167473 w 1167494"/>
              <a:gd name="connsiteY0" fmla="*/ 0 h 1881641"/>
              <a:gd name="connsiteX1" fmla="*/ 1167493 w 1167494"/>
              <a:gd name="connsiteY1" fmla="*/ 0 h 1881641"/>
              <a:gd name="connsiteX2" fmla="*/ 1167493 w 1167494"/>
              <a:gd name="connsiteY2" fmla="*/ 714148 h 1881641"/>
              <a:gd name="connsiteX3" fmla="*/ 1166666 w 1167494"/>
              <a:gd name="connsiteY3" fmla="*/ 730534 h 1881641"/>
              <a:gd name="connsiteX4" fmla="*/ 1167494 w 1167494"/>
              <a:gd name="connsiteY4" fmla="*/ 730534 h 1881641"/>
              <a:gd name="connsiteX5" fmla="*/ 1167494 w 1167494"/>
              <a:gd name="connsiteY5" fmla="*/ 1378059 h 1881641"/>
              <a:gd name="connsiteX6" fmla="*/ 1167493 w 1167494"/>
              <a:gd name="connsiteY6" fmla="*/ 1378059 h 1881641"/>
              <a:gd name="connsiteX7" fmla="*/ 1167493 w 1167494"/>
              <a:gd name="connsiteY7" fmla="*/ 1881641 h 1881641"/>
              <a:gd name="connsiteX8" fmla="*/ 0 w 1167494"/>
              <a:gd name="connsiteY8" fmla="*/ 1881641 h 1881641"/>
              <a:gd name="connsiteX9" fmla="*/ 0 w 1167494"/>
              <a:gd name="connsiteY9" fmla="*/ 1234116 h 1881641"/>
              <a:gd name="connsiteX10" fmla="*/ 0 w 1167494"/>
              <a:gd name="connsiteY10" fmla="*/ 1167492 h 1881641"/>
              <a:gd name="connsiteX11" fmla="*/ 1048124 w 1167494"/>
              <a:gd name="connsiteY11" fmla="*/ 6027 h 188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7494" h="1881641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419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ole team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>
            <a:extLst>
              <a:ext uri="{FF2B5EF4-FFF2-40B4-BE49-F238E27FC236}">
                <a16:creationId xmlns:a16="http://schemas.microsoft.com/office/drawing/2014/main" id="{6825B690-1AD7-4243-AC42-D2CF19B7B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30" y="381000"/>
            <a:ext cx="10678142" cy="1325563"/>
          </a:xfrm>
        </p:spPr>
        <p:txBody>
          <a:bodyPr lIns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0429" y="2068734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Text Placeholder 28">
            <a:extLst>
              <a:ext uri="{FF2B5EF4-FFF2-40B4-BE49-F238E27FC236}">
                <a16:creationId xmlns:a16="http://schemas.microsoft.com/office/drawing/2014/main" id="{1825005B-0520-EC49-9A5C-554CB70038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0430" y="2994545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2" name="Text Placeholder 28">
            <a:extLst>
              <a:ext uri="{FF2B5EF4-FFF2-40B4-BE49-F238E27FC236}">
                <a16:creationId xmlns:a16="http://schemas.microsoft.com/office/drawing/2014/main" id="{B6697B92-AF89-2C46-BC1E-6CB47E8EA4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0429" y="3379791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3" name="Picture Placeholder 23">
            <a:extLst>
              <a:ext uri="{FF2B5EF4-FFF2-40B4-BE49-F238E27FC236}">
                <a16:creationId xmlns:a16="http://schemas.microsoft.com/office/drawing/2014/main" id="{FA9FEBB0-45F1-DF45-89C4-B343F8B20BA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549397" y="2068734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Text Placeholder 28">
            <a:extLst>
              <a:ext uri="{FF2B5EF4-FFF2-40B4-BE49-F238E27FC236}">
                <a16:creationId xmlns:a16="http://schemas.microsoft.com/office/drawing/2014/main" id="{EF331731-A7FC-C245-A9C1-0B1A2E994DB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49398" y="2994545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5" name="Text Placeholder 28">
            <a:extLst>
              <a:ext uri="{FF2B5EF4-FFF2-40B4-BE49-F238E27FC236}">
                <a16:creationId xmlns:a16="http://schemas.microsoft.com/office/drawing/2014/main" id="{313B974E-E762-EE48-B2DF-C8F10DF7344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49397" y="3379791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6" name="Picture Placeholder 23">
            <a:extLst>
              <a:ext uri="{FF2B5EF4-FFF2-40B4-BE49-F238E27FC236}">
                <a16:creationId xmlns:a16="http://schemas.microsoft.com/office/drawing/2014/main" id="{8BA62E8C-79E6-D245-B706-FFB1E051B2D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348367" y="2068734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Text Placeholder 28">
            <a:extLst>
              <a:ext uri="{FF2B5EF4-FFF2-40B4-BE49-F238E27FC236}">
                <a16:creationId xmlns:a16="http://schemas.microsoft.com/office/drawing/2014/main" id="{4199EE50-5386-0446-8ADA-23C1B0D6EA4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48368" y="2994545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8" name="Text Placeholder 28">
            <a:extLst>
              <a:ext uri="{FF2B5EF4-FFF2-40B4-BE49-F238E27FC236}">
                <a16:creationId xmlns:a16="http://schemas.microsoft.com/office/drawing/2014/main" id="{478AB5CA-B5A5-934D-BF51-1485953A70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48367" y="3379791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9" name="Picture Placeholder 23">
            <a:extLst>
              <a:ext uri="{FF2B5EF4-FFF2-40B4-BE49-F238E27FC236}">
                <a16:creationId xmlns:a16="http://schemas.microsoft.com/office/drawing/2014/main" id="{3D78BE06-1FC7-3C43-BD15-F4137B564B5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47335" y="2068734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Text Placeholder 28">
            <a:extLst>
              <a:ext uri="{FF2B5EF4-FFF2-40B4-BE49-F238E27FC236}">
                <a16:creationId xmlns:a16="http://schemas.microsoft.com/office/drawing/2014/main" id="{14F01FCC-4797-0343-8739-20331C751C1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47336" y="2994545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1" name="Text Placeholder 28">
            <a:extLst>
              <a:ext uri="{FF2B5EF4-FFF2-40B4-BE49-F238E27FC236}">
                <a16:creationId xmlns:a16="http://schemas.microsoft.com/office/drawing/2014/main" id="{33FBE6CA-EC7A-1A4B-ADA3-6B78F2DE09C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47335" y="3379791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2" name="Picture Placeholder 23">
            <a:extLst>
              <a:ext uri="{FF2B5EF4-FFF2-40B4-BE49-F238E27FC236}">
                <a16:creationId xmlns:a16="http://schemas.microsoft.com/office/drawing/2014/main" id="{6DD7CCE4-AD48-B64F-909E-F88961FBDFC5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50429" y="4118551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3" name="Text Placeholder 28">
            <a:extLst>
              <a:ext uri="{FF2B5EF4-FFF2-40B4-BE49-F238E27FC236}">
                <a16:creationId xmlns:a16="http://schemas.microsoft.com/office/drawing/2014/main" id="{C076E7E2-3D95-EA47-BF86-444615F1F14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50430" y="5044362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4" name="Text Placeholder 28">
            <a:extLst>
              <a:ext uri="{FF2B5EF4-FFF2-40B4-BE49-F238E27FC236}">
                <a16:creationId xmlns:a16="http://schemas.microsoft.com/office/drawing/2014/main" id="{612499D2-373C-3940-97A5-FCA8B245BE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50429" y="5429608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5" name="Picture Placeholder 23">
            <a:extLst>
              <a:ext uri="{FF2B5EF4-FFF2-40B4-BE49-F238E27FC236}">
                <a16:creationId xmlns:a16="http://schemas.microsoft.com/office/drawing/2014/main" id="{24B34D6D-4F7E-3942-B8D7-9970BDE53C1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549397" y="4118551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Text Placeholder 28">
            <a:extLst>
              <a:ext uri="{FF2B5EF4-FFF2-40B4-BE49-F238E27FC236}">
                <a16:creationId xmlns:a16="http://schemas.microsoft.com/office/drawing/2014/main" id="{D34EDB1D-7E85-D242-B6AE-F6D6907D325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49398" y="5044362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7" name="Text Placeholder 28">
            <a:extLst>
              <a:ext uri="{FF2B5EF4-FFF2-40B4-BE49-F238E27FC236}">
                <a16:creationId xmlns:a16="http://schemas.microsoft.com/office/drawing/2014/main" id="{3E3BFFF0-114B-6D42-B5E0-8020AC2E26B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49397" y="5429608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8" name="Picture Placeholder 23">
            <a:extLst>
              <a:ext uri="{FF2B5EF4-FFF2-40B4-BE49-F238E27FC236}">
                <a16:creationId xmlns:a16="http://schemas.microsoft.com/office/drawing/2014/main" id="{EB4488EE-E854-724E-95AE-B9943EE249E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348367" y="4118551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Text Placeholder 28">
            <a:extLst>
              <a:ext uri="{FF2B5EF4-FFF2-40B4-BE49-F238E27FC236}">
                <a16:creationId xmlns:a16="http://schemas.microsoft.com/office/drawing/2014/main" id="{C5551B4D-583E-D644-9069-EC096CE76F5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348368" y="5044362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0" name="Text Placeholder 28">
            <a:extLst>
              <a:ext uri="{FF2B5EF4-FFF2-40B4-BE49-F238E27FC236}">
                <a16:creationId xmlns:a16="http://schemas.microsoft.com/office/drawing/2014/main" id="{E30C4783-1643-2243-BB4F-E99E04D9216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348367" y="5429608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1" name="Picture Placeholder 23">
            <a:extLst>
              <a:ext uri="{FF2B5EF4-FFF2-40B4-BE49-F238E27FC236}">
                <a16:creationId xmlns:a16="http://schemas.microsoft.com/office/drawing/2014/main" id="{7BBADCE0-02E8-3249-8CBA-17D3783DFE70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147335" y="4118551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28">
            <a:extLst>
              <a:ext uri="{FF2B5EF4-FFF2-40B4-BE49-F238E27FC236}">
                <a16:creationId xmlns:a16="http://schemas.microsoft.com/office/drawing/2014/main" id="{8D294C40-97E4-FF4F-8A02-10FC7D0EE8B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147336" y="5044362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3" name="Text Placeholder 28">
            <a:extLst>
              <a:ext uri="{FF2B5EF4-FFF2-40B4-BE49-F238E27FC236}">
                <a16:creationId xmlns:a16="http://schemas.microsoft.com/office/drawing/2014/main" id="{8B38241F-01B5-574C-A827-67C6352C463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7335" y="5429608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0445668-2DC5-E84C-8B16-922BC95F13F2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75594855-01E8-5A4B-B2B8-E2ECEF879100}" type="datetime1">
              <a:rPr lang="en-US" smtClean="0"/>
              <a:pPr/>
              <a:t>4/22/2022</a:t>
            </a:fld>
            <a:endParaRPr lang="en-US" dirty="0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D9227732-A878-814C-8621-64ED1B2CCF9F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E9F02AC-6DFB-0C47-BC8E-4B0594007F33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721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meli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rot="5400000" flipH="1">
            <a:off x="1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1"/>
            <a:ext cx="9779182" cy="3366815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+mn-lt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+mn-lt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+mn-lt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5F02DCD1-2C6B-F948-9F72-3BB0CF3D512E}" type="datetime1">
              <a:rPr lang="en-US" smtClean="0"/>
              <a:pPr/>
              <a:t>4/22/2022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275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528203"/>
            <a:ext cx="4663440" cy="28286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C1583C39-01BF-7F43-854C-FBB4E9AB6B0C}" type="datetime1">
              <a:rPr lang="en-US" smtClean="0"/>
              <a:pPr/>
              <a:t>4/22/2022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83235" y="2528203"/>
            <a:ext cx="4663440" cy="28286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B33DABA-7BF5-1147-BA5E-63B92F220E5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67493" y="2005689"/>
            <a:ext cx="4663440" cy="522514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B05BEE9-8BC0-EC44-B913-DB6426DF2EA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283235" y="2005689"/>
            <a:ext cx="4663440" cy="522514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912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1" y="2526318"/>
            <a:ext cx="3218688" cy="28286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rot="5400000">
            <a:off x="8580896" y="0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>
            <a:off x="-2364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 rot="5400000" flipH="1">
            <a:off x="11258144" y="5924144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+mn-lt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2587417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4B103E64-1627-9140-8127-1849FED275E1}" type="datetime1">
              <a:rPr lang="en-US" smtClean="0"/>
              <a:pPr/>
              <a:t>4/22/2022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83787" y="2526318"/>
            <a:ext cx="3173279" cy="28286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B33DABA-7BF5-1147-BA5E-63B92F220E5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67493" y="2003804"/>
            <a:ext cx="3173278" cy="522514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B05BEE9-8BC0-EC44-B913-DB6426DF2EA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3788" y="2003804"/>
            <a:ext cx="3173278" cy="522514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3D62993-A055-DF4F-9286-4FFE3A5C7FD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00082" y="2526318"/>
            <a:ext cx="3173279" cy="28286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896DA2E-4448-254C-86D1-9E16E63CC6A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00083" y="2003804"/>
            <a:ext cx="3173278" cy="522514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9764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122363"/>
            <a:ext cx="6220278" cy="238760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6220277" cy="2247219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/>
          <p:nvPr userDrawn="1"/>
        </p:nvSpPr>
        <p:spPr>
          <a:xfrm>
            <a:off x="8264426" y="0"/>
            <a:ext cx="392757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15FBB50-09C8-B64E-AE57-67C5E70810CB}"/>
              </a:ext>
            </a:extLst>
          </p:cNvPr>
          <p:cNvGrpSpPr/>
          <p:nvPr userDrawn="1"/>
        </p:nvGrpSpPr>
        <p:grpSpPr>
          <a:xfrm>
            <a:off x="8264427" y="3685939"/>
            <a:ext cx="3927573" cy="3178856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2" name="Freeform 21">
            <a:extLst>
              <a:ext uri="{FF2B5EF4-FFF2-40B4-BE49-F238E27FC236}">
                <a16:creationId xmlns:a16="http://schemas.microsoft.com/office/drawing/2014/main" id="{BC68F289-2744-2F48-893A-3F17911625C8}"/>
              </a:ext>
            </a:extLst>
          </p:cNvPr>
          <p:cNvSpPr/>
          <p:nvPr userDrawn="1"/>
        </p:nvSpPr>
        <p:spPr>
          <a:xfrm>
            <a:off x="0" y="-1"/>
            <a:ext cx="1167493" cy="1167493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39563C76-BC00-DE47-88F5-C24D3CE3325A}"/>
              </a:ext>
            </a:extLst>
          </p:cNvPr>
          <p:cNvSpPr/>
          <p:nvPr userDrawn="1"/>
        </p:nvSpPr>
        <p:spPr>
          <a:xfrm>
            <a:off x="10228214" y="-1"/>
            <a:ext cx="1963787" cy="3178856"/>
          </a:xfrm>
          <a:custGeom>
            <a:avLst/>
            <a:gdLst>
              <a:gd name="connsiteX0" fmla="*/ 0 w 1963787"/>
              <a:gd name="connsiteY0" fmla="*/ 0 h 3178856"/>
              <a:gd name="connsiteX1" fmla="*/ 1963787 w 1963787"/>
              <a:gd name="connsiteY1" fmla="*/ 0 h 3178856"/>
              <a:gd name="connsiteX2" fmla="*/ 1963787 w 1963787"/>
              <a:gd name="connsiteY2" fmla="*/ 1967129 h 3178856"/>
              <a:gd name="connsiteX3" fmla="*/ 1963787 w 1963787"/>
              <a:gd name="connsiteY3" fmla="*/ 2349671 h 3178856"/>
              <a:gd name="connsiteX4" fmla="*/ 1963787 w 1963787"/>
              <a:gd name="connsiteY4" fmla="*/ 3178856 h 3178856"/>
              <a:gd name="connsiteX5" fmla="*/ 1963753 w 1963787"/>
              <a:gd name="connsiteY5" fmla="*/ 3178856 h 3178856"/>
              <a:gd name="connsiteX6" fmla="*/ 1763002 w 1963787"/>
              <a:gd name="connsiteY6" fmla="*/ 3168629 h 3178856"/>
              <a:gd name="connsiteX7" fmla="*/ 0 w 1963787"/>
              <a:gd name="connsiteY7" fmla="*/ 1197921 h 3178856"/>
              <a:gd name="connsiteX8" fmla="*/ 0 w 1963787"/>
              <a:gd name="connsiteY8" fmla="*/ 1039961 h 3178856"/>
              <a:gd name="connsiteX9" fmla="*/ 0 w 1963787"/>
              <a:gd name="connsiteY9" fmla="*/ 0 h 3178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63787" h="3178856">
                <a:moveTo>
                  <a:pt x="0" y="0"/>
                </a:moveTo>
                <a:lnTo>
                  <a:pt x="1963787" y="0"/>
                </a:lnTo>
                <a:lnTo>
                  <a:pt x="1963787" y="1967129"/>
                </a:lnTo>
                <a:lnTo>
                  <a:pt x="1963787" y="2349671"/>
                </a:lnTo>
                <a:lnTo>
                  <a:pt x="1963787" y="3178856"/>
                </a:lnTo>
                <a:lnTo>
                  <a:pt x="1963753" y="3178856"/>
                </a:lnTo>
                <a:lnTo>
                  <a:pt x="1763002" y="3168629"/>
                </a:lnTo>
                <a:cubicBezTo>
                  <a:pt x="772749" y="3067186"/>
                  <a:pt x="0" y="2223585"/>
                  <a:pt x="0" y="1197921"/>
                </a:cubicBezTo>
                <a:lnTo>
                  <a:pt x="0" y="1039961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B562DF68-3089-814D-8A14-C651FE91885E}" type="datetime1">
              <a:rPr lang="en-US" smtClean="0"/>
              <a:pPr/>
              <a:t>4/22/2022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9" r:id="rId4"/>
    <p:sldLayoutId id="2147483660" r:id="rId5"/>
    <p:sldLayoutId id="2147483661" r:id="rId6"/>
    <p:sldLayoutId id="2147483654" r:id="rId7"/>
    <p:sldLayoutId id="2147483658" r:id="rId8"/>
    <p:sldLayoutId id="2147483662" r:id="rId9"/>
    <p:sldLayoutId id="2147483663" r:id="rId10"/>
    <p:sldLayoutId id="2147483664" r:id="rId11"/>
    <p:sldLayoutId id="2147483665" r:id="rId12"/>
    <p:sldLayoutId id="2147483666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43681" y="1997852"/>
            <a:ext cx="6304637" cy="2387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Compass Software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68D447-28D3-4F5F-B2DC-FD67E9015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91835" y="5332297"/>
            <a:ext cx="4208327" cy="806675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Directed By Yaseen Riyadh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94D672-1E11-41CB-8FFC-1E7968C2B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493" y="475690"/>
            <a:ext cx="1952697" cy="1840473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DAB9919-629C-4693-9A02-1F9005C83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1812" y="419577"/>
            <a:ext cx="1952697" cy="1952697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CA29DE2-B1CB-4110-B3A0-8EA67213CE8A}"/>
              </a:ext>
            </a:extLst>
          </p:cNvPr>
          <p:cNvSpPr/>
          <p:nvPr/>
        </p:nvSpPr>
        <p:spPr>
          <a:xfrm>
            <a:off x="3927576" y="175098"/>
            <a:ext cx="3764604" cy="2694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University of Basrah</a:t>
            </a: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College of Engineering </a:t>
            </a: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Petroleum Department</a:t>
            </a:r>
          </a:p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119FBBC-A093-46B9-880E-A63D5505B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484" y="4759287"/>
            <a:ext cx="1952697" cy="195269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/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182EED0D-6D37-4A91-A2AA-F62F571D8387}"/>
              </a:ext>
            </a:extLst>
          </p:cNvPr>
          <p:cNvSpPr/>
          <p:nvPr/>
        </p:nvSpPr>
        <p:spPr>
          <a:xfrm>
            <a:off x="8696528" y="6354222"/>
            <a:ext cx="3297677" cy="5037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20/4/2022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313FB-47A7-47B2-B7EE-4B5176227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40959F5-6001-4373-AD0F-8CF95A399B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06E8C-6D16-40C9-A6E1-5A1ECCD86D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651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1" y="365767"/>
            <a:ext cx="9779183" cy="1325563"/>
          </a:xfrm>
        </p:spPr>
        <p:txBody>
          <a:bodyPr/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9303D-13C0-6A41-947A-F998CC47B3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</p:spPr>
        <p:txBody>
          <a:bodyPr/>
          <a:lstStyle/>
          <a:p>
            <a:fld id="{495D8227-9DE4-4D42-8C1B-E10C828BC634}" type="datetime1">
              <a:rPr lang="en-US" smtClean="0"/>
              <a:pPr/>
              <a:t>4/22/2022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9FEB4-4C5C-EB43-9696-7B42453DB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Compass Software Workshop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470D0-6D64-5E42-9515-048F8779C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/>
          <a:lstStyle/>
          <a:p>
            <a:fld id="{294A09A9-5501-47C1-A89A-A340965A2BE2}" type="slidenum">
              <a:rPr lang="en-US" sz="1400" smtClean="0"/>
              <a:pPr/>
              <a:t>3</a:t>
            </a:fld>
            <a:endParaRPr lang="en-US" sz="14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C8CF1ED-BA3D-47D3-95B3-8CB1139C5B4F}"/>
              </a:ext>
            </a:extLst>
          </p:cNvPr>
          <p:cNvSpPr txBox="1">
            <a:spLocks/>
          </p:cNvSpPr>
          <p:nvPr/>
        </p:nvSpPr>
        <p:spPr>
          <a:xfrm>
            <a:off x="1167491" y="2313215"/>
            <a:ext cx="9779183" cy="34364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COMPASS™ software is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industry's premiere application for directional well path planning, survey data management, plotting and anti-collision analysis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software, designed for both oil companies and drilling contractors, can improve safety, efficiency and cost effectiveness of directional well programs.</a:t>
            </a: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5DCFFF7-4F32-44D0-BB5F-0408ADE140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2495" y="2043905"/>
            <a:ext cx="10077854" cy="399747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E043B3-5800-4A6A-BFCC-331CFF8AE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Well Profiles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874D7-6D0D-48EF-912B-E713A96FE7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516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0295B-54B9-4937-90E3-BAB9CE69E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3485" y="2692129"/>
            <a:ext cx="6079614" cy="1473741"/>
          </a:xfrm>
        </p:spPr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2186940" algn="l"/>
              </a:tabLst>
            </a:pPr>
            <a:r>
              <a:rPr lang="en-US" sz="4400" b="1" dirty="0">
                <a:ln>
                  <a:noFill/>
                </a:ln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The Steps were taken in the Workshop</a:t>
            </a:r>
            <a:endParaRPr lang="en-US" sz="4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6797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DC9216F-BCDC-4972-B3E7-3138714D7C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7241" y="1340839"/>
            <a:ext cx="7609057" cy="417632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3E9A0-A017-485B-AAF0-07DC1DFE8E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7B9C25-B90C-4F6C-8E1F-E6240C4953EA}"/>
              </a:ext>
            </a:extLst>
          </p:cNvPr>
          <p:cNvSpPr txBox="1"/>
          <p:nvPr/>
        </p:nvSpPr>
        <p:spPr>
          <a:xfrm>
            <a:off x="1451853" y="812419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218694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File – New and then Company 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1889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7862E-5F05-4889-BA5B-A8C1F75E1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1ED01C-9825-4495-94E2-5A80B491DFC3}"/>
              </a:ext>
            </a:extLst>
          </p:cNvPr>
          <p:cNvSpPr txBox="1"/>
          <p:nvPr/>
        </p:nvSpPr>
        <p:spPr>
          <a:xfrm>
            <a:off x="1121112" y="1024116"/>
            <a:ext cx="75656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After click on ok from the company properties, Click yes to create project 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6A8998-B4E7-4379-9999-6E0ECA9C88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569" y="1552233"/>
            <a:ext cx="7380862" cy="39341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7463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7862E-5F05-4889-BA5B-A8C1F75E1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61C0B3-E67D-4A64-8523-4AC18C95656E}"/>
              </a:ext>
            </a:extLst>
          </p:cNvPr>
          <p:cNvSpPr txBox="1"/>
          <p:nvPr/>
        </p:nvSpPr>
        <p:spPr>
          <a:xfrm>
            <a:off x="1651819" y="94604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3. Move to Map info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33CAB4-C43D-407D-9785-19522CD136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7336" y="1498190"/>
            <a:ext cx="7749234" cy="40515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57894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7862E-5F05-4889-BA5B-A8C1F75E1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7AD650-14AD-4F98-9CB1-950C90A077DA}"/>
              </a:ext>
            </a:extLst>
          </p:cNvPr>
          <p:cNvSpPr txBox="1"/>
          <p:nvPr/>
        </p:nvSpPr>
        <p:spPr>
          <a:xfrm>
            <a:off x="1356852" y="7780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 Click ok for project properties, Click yes to create site 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E6159E-14E6-4B92-B5E9-E22C54A634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4032" y="1298882"/>
            <a:ext cx="8247052" cy="42661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376903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7862E-5F05-4889-BA5B-A8C1F75E1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177E90-9649-4A5E-837F-F90B8DADFE9C}"/>
              </a:ext>
            </a:extLst>
          </p:cNvPr>
          <p:cNvSpPr txBox="1"/>
          <p:nvPr/>
        </p:nvSpPr>
        <p:spPr>
          <a:xfrm>
            <a:off x="1789471" y="89688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  Move to Location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5EE700-A2B7-44A9-BAB5-D9F4EF332D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6819" y="1363816"/>
            <a:ext cx="7676781" cy="41303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10976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7862E-5F05-4889-BA5B-A8C1F75E1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48116A-5CB1-4897-AD02-03DF55E5C5A4}"/>
              </a:ext>
            </a:extLst>
          </p:cNvPr>
          <p:cNvSpPr txBox="1"/>
          <p:nvPr/>
        </p:nvSpPr>
        <p:spPr>
          <a:xfrm>
            <a:off x="1524000" y="8173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rtl="0">
              <a:spcBef>
                <a:spcPts val="0"/>
              </a:spcBef>
              <a:spcAft>
                <a:spcPts val="0"/>
              </a:spcAft>
              <a:tabLst>
                <a:tab pos="282702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  Click ok for Site Properties, Click yes to create a Well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0133A7-7E61-469D-B169-BE4C69FA26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0531" y="1270574"/>
            <a:ext cx="7823404" cy="43043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40274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7862E-5F05-4889-BA5B-A8C1F75E1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6D2F0C-A546-4B28-B02D-394B07B9954F}"/>
              </a:ext>
            </a:extLst>
          </p:cNvPr>
          <p:cNvSpPr txBox="1"/>
          <p:nvPr/>
        </p:nvSpPr>
        <p:spPr>
          <a:xfrm>
            <a:off x="1622322" y="8378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rtl="0">
              <a:spcBef>
                <a:spcPts val="0"/>
              </a:spcBef>
              <a:spcAft>
                <a:spcPts val="0"/>
              </a:spcAft>
              <a:tabLst>
                <a:tab pos="303276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7.  Move to Depth Reference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CBC89F-0502-4C04-A49F-155B28F36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8094" y="1384299"/>
            <a:ext cx="7795506" cy="41512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47224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7862E-5F05-4889-BA5B-A8C1F75E1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546957-05CE-4CC1-9400-2C882D050296}"/>
              </a:ext>
            </a:extLst>
          </p:cNvPr>
          <p:cNvSpPr txBox="1"/>
          <p:nvPr/>
        </p:nvSpPr>
        <p:spPr>
          <a:xfrm>
            <a:off x="1573161" y="73871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rtl="0">
              <a:spcBef>
                <a:spcPts val="0"/>
              </a:spcBef>
              <a:spcAft>
                <a:spcPts val="0"/>
              </a:spcAft>
              <a:tabLst>
                <a:tab pos="295656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8.  Click ok for Well Properties,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Click yes to create Wellbore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BC9589-6BE1-45D3-A82E-CC88814E05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1425" y="1419532"/>
            <a:ext cx="8001001" cy="408653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507752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7862E-5F05-4889-BA5B-A8C1F75E1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1A63E2-EA3F-4B01-B03E-B29B7711133A}"/>
              </a:ext>
            </a:extLst>
          </p:cNvPr>
          <p:cNvSpPr txBox="1"/>
          <p:nvPr/>
        </p:nvSpPr>
        <p:spPr>
          <a:xfrm>
            <a:off x="1641987" y="8862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rtl="0">
              <a:spcBef>
                <a:spcPts val="0"/>
              </a:spcBef>
              <a:spcAft>
                <a:spcPts val="0"/>
              </a:spcAft>
              <a:tabLst>
                <a:tab pos="30480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9.  Click ok for Wellbore Properties, Click yes to create a Plan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486309-5AEA-4186-ADE9-82021835AA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3758" y="1366683"/>
            <a:ext cx="7751015" cy="42187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333246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7862E-5F05-4889-BA5B-A8C1F75E1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1A63E2-EA3F-4B01-B03E-B29B7711133A}"/>
              </a:ext>
            </a:extLst>
          </p:cNvPr>
          <p:cNvSpPr txBox="1"/>
          <p:nvPr/>
        </p:nvSpPr>
        <p:spPr>
          <a:xfrm>
            <a:off x="1641987" y="8862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rtl="0">
              <a:spcBef>
                <a:spcPts val="0"/>
              </a:spcBef>
              <a:spcAft>
                <a:spcPts val="0"/>
              </a:spcAft>
              <a:tabLst>
                <a:tab pos="30480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10.  Move to Tie-on 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C469BC-27B4-4460-A8D7-47397EA49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3961" y="1424615"/>
            <a:ext cx="7802881" cy="41590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90080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7862E-5F05-4889-BA5B-A8C1F75E1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1A63E2-EA3F-4B01-B03E-B29B7711133A}"/>
              </a:ext>
            </a:extLst>
          </p:cNvPr>
          <p:cNvSpPr txBox="1"/>
          <p:nvPr/>
        </p:nvSpPr>
        <p:spPr>
          <a:xfrm>
            <a:off x="1311246" y="8472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rtl="0">
              <a:spcBef>
                <a:spcPts val="0"/>
              </a:spcBef>
              <a:spcAft>
                <a:spcPts val="0"/>
              </a:spcAft>
              <a:tabLst>
                <a:tab pos="30480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11.  From the Target tap, create a Target and then save it.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D7C5CC-C52F-45E2-B9B8-EC1E929172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5799" y="1447881"/>
            <a:ext cx="8251043" cy="413579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B9EEDC9A-469B-47D9-8268-00596C07CC10}"/>
              </a:ext>
            </a:extLst>
          </p:cNvPr>
          <p:cNvSpPr/>
          <p:nvPr/>
        </p:nvSpPr>
        <p:spPr>
          <a:xfrm>
            <a:off x="1926077" y="1447881"/>
            <a:ext cx="194553" cy="15023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0811BA4-B583-4EF5-B66D-BE66E330EE92}"/>
              </a:ext>
            </a:extLst>
          </p:cNvPr>
          <p:cNvSpPr/>
          <p:nvPr/>
        </p:nvSpPr>
        <p:spPr>
          <a:xfrm>
            <a:off x="768485" y="1274321"/>
            <a:ext cx="1157592" cy="953333"/>
          </a:xfrm>
          <a:custGeom>
            <a:avLst/>
            <a:gdLst>
              <a:gd name="connsiteX0" fmla="*/ 0 w 1235413"/>
              <a:gd name="connsiteY0" fmla="*/ 23371 h 1005886"/>
              <a:gd name="connsiteX1" fmla="*/ 214008 w 1235413"/>
              <a:gd name="connsiteY1" fmla="*/ 1005865 h 1005886"/>
              <a:gd name="connsiteX2" fmla="*/ 603115 w 1235413"/>
              <a:gd name="connsiteY2" fmla="*/ 52554 h 1005886"/>
              <a:gd name="connsiteX3" fmla="*/ 1235413 w 1235413"/>
              <a:gd name="connsiteY3" fmla="*/ 208197 h 1005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5413" h="1005886">
                <a:moveTo>
                  <a:pt x="0" y="23371"/>
                </a:moveTo>
                <a:cubicBezTo>
                  <a:pt x="56744" y="512186"/>
                  <a:pt x="113489" y="1001001"/>
                  <a:pt x="214008" y="1005865"/>
                </a:cubicBezTo>
                <a:cubicBezTo>
                  <a:pt x="314527" y="1010729"/>
                  <a:pt x="432881" y="185499"/>
                  <a:pt x="603115" y="52554"/>
                </a:cubicBezTo>
                <a:cubicBezTo>
                  <a:pt x="773349" y="-80391"/>
                  <a:pt x="1004381" y="63903"/>
                  <a:pt x="1235413" y="208197"/>
                </a:cubicBezTo>
              </a:path>
            </a:pathLst>
          </a:cu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144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7862E-5F05-4889-BA5B-A8C1F75E1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1A63E2-EA3F-4B01-B03E-B29B7711133A}"/>
              </a:ext>
            </a:extLst>
          </p:cNvPr>
          <p:cNvSpPr txBox="1"/>
          <p:nvPr/>
        </p:nvSpPr>
        <p:spPr>
          <a:xfrm>
            <a:off x="1116693" y="565190"/>
            <a:ext cx="104008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12.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a-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the Design tab, right-click to open the plan,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From the Design tab, right-click to edit the Plan Properties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Click on Slant (J-shape Well Path Profile), write parameters that specialist with it and then Click Calculate.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A0706B-10C9-4D5C-B40C-3D80E9F8DD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693" y="1989854"/>
            <a:ext cx="9184898" cy="41421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149302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7862E-5F05-4889-BA5B-A8C1F75E1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1A63E2-EA3F-4B01-B03E-B29B7711133A}"/>
              </a:ext>
            </a:extLst>
          </p:cNvPr>
          <p:cNvSpPr txBox="1"/>
          <p:nvPr/>
        </p:nvSpPr>
        <p:spPr>
          <a:xfrm>
            <a:off x="1379338" y="604700"/>
            <a:ext cx="82218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0480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13. 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After Calculating, From the 3D View tap, to see the J-shape well profile.</a:t>
            </a:r>
          </a:p>
          <a:p>
            <a:pPr marR="0" lvl="0" rtl="0">
              <a:spcBef>
                <a:spcPts val="0"/>
              </a:spcBef>
              <a:spcAft>
                <a:spcPts val="0"/>
              </a:spcAft>
              <a:tabLst>
                <a:tab pos="3048000" algn="l"/>
              </a:tabLst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FB0ED5-857B-41F4-9BC2-4FDFC2CB3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806" y="1725723"/>
            <a:ext cx="10533279" cy="3177017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85695848-D3BB-4758-8CC8-B3AC47CBFCC1}"/>
              </a:ext>
            </a:extLst>
          </p:cNvPr>
          <p:cNvSpPr/>
          <p:nvPr/>
        </p:nvSpPr>
        <p:spPr>
          <a:xfrm>
            <a:off x="5914417" y="2675106"/>
            <a:ext cx="369651" cy="66148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8D5334B-43B3-4C32-AD49-BA6ED6A756A5}"/>
              </a:ext>
            </a:extLst>
          </p:cNvPr>
          <p:cNvSpPr/>
          <p:nvPr/>
        </p:nvSpPr>
        <p:spPr>
          <a:xfrm>
            <a:off x="5622587" y="1031131"/>
            <a:ext cx="1534414" cy="1643975"/>
          </a:xfrm>
          <a:custGeom>
            <a:avLst/>
            <a:gdLst>
              <a:gd name="connsiteX0" fmla="*/ 0 w 1534414"/>
              <a:gd name="connsiteY0" fmla="*/ 0 h 1643975"/>
              <a:gd name="connsiteX1" fmla="*/ 1527243 w 1534414"/>
              <a:gd name="connsiteY1" fmla="*/ 1031132 h 1643975"/>
              <a:gd name="connsiteX2" fmla="*/ 573932 w 1534414"/>
              <a:gd name="connsiteY2" fmla="*/ 1643975 h 1643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34414" h="1643975">
                <a:moveTo>
                  <a:pt x="0" y="0"/>
                </a:moveTo>
                <a:cubicBezTo>
                  <a:pt x="715794" y="378568"/>
                  <a:pt x="1431588" y="757136"/>
                  <a:pt x="1527243" y="1031132"/>
                </a:cubicBezTo>
                <a:cubicBezTo>
                  <a:pt x="1622898" y="1305128"/>
                  <a:pt x="732817" y="1609928"/>
                  <a:pt x="573932" y="1643975"/>
                </a:cubicBezTo>
              </a:path>
            </a:pathLst>
          </a:custGeom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158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7862E-5F05-4889-BA5B-A8C1F75E1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9FB55D-1560-429A-9149-F426E345C0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5365" y="936693"/>
            <a:ext cx="5165388" cy="571148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33FD4A-8936-48E3-A58A-DECA5A66C68B}"/>
              </a:ext>
            </a:extLst>
          </p:cNvPr>
          <p:cNvSpPr txBox="1"/>
          <p:nvPr/>
        </p:nvSpPr>
        <p:spPr>
          <a:xfrm>
            <a:off x="1796375" y="567361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0480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J-shape well profile.</a:t>
            </a:r>
          </a:p>
        </p:txBody>
      </p:sp>
    </p:spTree>
    <p:extLst>
      <p:ext uri="{BB962C8B-B14F-4D97-AF65-F5344CB8AC3E}">
        <p14:creationId xmlns:p14="http://schemas.microsoft.com/office/powerpoint/2010/main" val="13055715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122363"/>
            <a:ext cx="6220278" cy="238760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26184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niversal Color Block_Win32_AP_v2" id="{3EA4D81A-EBDE-431D-8B15-A5A6F500D5A4}" vid="{8EBF5489-0BE1-418D-A69C-2193D304C7E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A615295-94F6-4CE2-A1B1-6B7E1DAA5A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5BAB77-79E1-4739-AA51-10C9079186D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85334180-0405-413B-834A-44FA9E05ADB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Universal presentation</Template>
  <TotalTime>210</TotalTime>
  <Words>283</Words>
  <Application>Microsoft Office PowerPoint</Application>
  <PresentationFormat>Widescreen</PresentationFormat>
  <Paragraphs>47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Tenorite</vt:lpstr>
      <vt:lpstr>Times New Roman</vt:lpstr>
      <vt:lpstr>Office Theme</vt:lpstr>
      <vt:lpstr>Compass Software</vt:lpstr>
      <vt:lpstr>PowerPoint Presentation</vt:lpstr>
      <vt:lpstr>Introduction</vt:lpstr>
      <vt:lpstr>Types of Directional Well Profiles</vt:lpstr>
      <vt:lpstr>The Steps were taken in the Workshop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Compass Software</dc:title>
  <dc:creator>yassin alamer</dc:creator>
  <cp:lastModifiedBy>yassin alamer</cp:lastModifiedBy>
  <cp:revision>11</cp:revision>
  <dcterms:created xsi:type="dcterms:W3CDTF">2022-04-20T18:02:53Z</dcterms:created>
  <dcterms:modified xsi:type="dcterms:W3CDTF">2022-04-21T21:49:37Z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